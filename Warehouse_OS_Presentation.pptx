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FINAL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1F5F9"/>
                </a:solidFill>
                <a:latin typeface="Calibri"/>
              </a:defRPr>
            </a:pPr>
            <a:r>
              <a:t>WAREHOUSE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291840"/>
            <a:ext cx="14630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Multi-Agent Order Fulfillment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669"/>
                </a:solidFill>
                <a:latin typeface="Calibri"/>
              </a:defRPr>
            </a:pPr>
            <a:r>
              <a:t>AI-Powered Warehouse Management with Autonomous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846320"/>
            <a:ext cx="2011680" cy="411480"/>
          </a:xfrm>
          <a:prstGeom prst="roundRect">
            <a:avLst>
              <a:gd name="adj" fmla="val 1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Python 3.12 +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846320"/>
            <a:ext cx="2011680" cy="411480"/>
          </a:xfrm>
          <a:prstGeom prst="roundRect">
            <a:avLst>
              <a:gd name="adj" fmla="val 1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Next.js 16 + React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846320"/>
            <a:ext cx="2011680" cy="411480"/>
          </a:xfrm>
          <a:prstGeom prst="roundRect">
            <a:avLst>
              <a:gd name="adj" fmla="val 1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OpenAI Agents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846320"/>
            <a:ext cx="2011680" cy="411480"/>
          </a:xfrm>
          <a:prstGeom prst="roundRect">
            <a:avLst>
              <a:gd name="adj" fmla="val 1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PostgreSQL + Qdrant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D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 intelligent warehouse management system powered by AI agents that automates the entire order fulfillment lifecycle — from order placement to delivery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Real-time order processing &amp; tracking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Multi-agent AI orchestration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Vector database for semantic search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Automated rerouting &amp; delay prediction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SMS/Email notifications (Twilio + SendGrid)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3D warehouse visualization (Three.js)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Smooth animations (Framer Motion + GSAP)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0B15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182880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Backend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Python 3.12 • FastAPI</a:t>
            </a:r>
            <a:br/>
            <a:r>
              <a:t>SQLAlchemy • Celery • 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Next.js 16 • React 19</a:t>
            </a:r>
            <a:br/>
            <a:r>
              <a:t>TypeScript • Tailwind CSS v4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42900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Database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PostgreSQL 16 • SQLite</a:t>
            </a:r>
            <a:br/>
            <a:r>
              <a:t>Qdrant Vector DB • Redis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42900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AI / Agents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OpenAI GPT-4o</a:t>
            </a:r>
            <a:br/>
            <a:r>
              <a:t>Agents SDK • 5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502920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DevOps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Docker • Git • Ruff</a:t>
            </a:r>
            <a:br/>
            <a:r>
              <a:t>mypy • pytest • Vitest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502920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Notifications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Twilio (SMS) • SendGrid</a:t>
            </a:r>
            <a:br/>
            <a:r>
              <a:t>EasyPost • SmartyStreets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0D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⚛  Frontend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Next.js 16 • React 19</a:t>
            </a:r>
            <a:br/>
            <a:r>
              <a:t>Tailwind CSS v4</a:t>
            </a:r>
            <a:br/>
            <a:r>
              <a:t>Port 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⚡  Backend API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FastAPI • Uvicorn</a:t>
            </a:r>
            <a:br/>
            <a:r>
              <a:t>REST + WebSocket</a:t>
            </a:r>
            <a:br/>
            <a:r>
              <a:t>Port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1E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🤖  AI Agents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OpenAI Agents SDK</a:t>
            </a:r>
            <a:br/>
            <a:r>
              <a:t>5 Specialized Agents</a:t>
            </a:r>
            <a:br/>
            <a:r>
              <a:t>GPT-4o Powered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64592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1E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🗄  Vector DB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Qdrant</a:t>
            </a:r>
            <a:br/>
            <a:r>
              <a:t>4 Collections</a:t>
            </a:r>
            <a:br/>
            <a:r>
              <a:t>1536-dim 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🗃  PostgreSQL 16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Relational DB</a:t>
            </a:r>
            <a:br/>
            <a:r>
              <a:t>Orders, Shipments</a:t>
            </a:r>
            <a:br/>
            <a:r>
              <a:t>Fulfillment Centers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38328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📦  Redis 7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Message Broker</a:t>
            </a:r>
            <a:br/>
            <a:r>
              <a:t>Celery Backend</a:t>
            </a:r>
            <a:br/>
            <a:r>
              <a:t>Cache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8328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🔄  Celery Workers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Async Tasks</a:t>
            </a:r>
            <a:br/>
            <a:r>
              <a:t>Monitor Cycles</a:t>
            </a:r>
            <a:br/>
            <a:r>
              <a:t>Background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383280"/>
            <a:ext cx="2651760" cy="1463040"/>
          </a:xfrm>
          <a:prstGeom prst="roundRect">
            <a:avLst>
              <a:gd name="adj" fmla="val 4000"/>
            </a:avLst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🌐  External APIs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Twilio • SendGrid</a:t>
            </a:r>
            <a:br/>
            <a:r>
              <a:t>OpenAI • EasyPost</a:t>
            </a:r>
            <a:br/>
            <a:r>
              <a:t>SmartyStreets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 Flow:  User → Frontend (Next.js) → API (FastAPI) → AI Agents → DB/External Services →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Deployment: Docker Containers (PostgreSQL + Redis + API + Celery Workers + Celery Beat)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Agents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Fulfillment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Central coordinator that runs the full monitor cycle: checks delays, evaluates reroutes, predicts failures, and optimizes costs across all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Routing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Selects optimal fulfillment center &amp; carrier rate for new orders based on cost, location, and SLA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Monitor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175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Queries active shipments every N seconds, detects delays and overdue status, and triggers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Rerouting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4904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Evaluates alternative carriers when delays occur, checks feasibility, and executes automated reroutes.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Communication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05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Sends delay alerts via email (SendGrid) and SMS (Twilio) with customer-preferred channels.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Prediction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120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Predicts failure probability for shipments based on delay history, carrier statistics, and risk factors using vector similarity.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Cost Optimizer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94360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Analyzes shipping costs per monitor cycle, identifies trends, and generates cost-reduction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Business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Safety rules enforced during every monitor cycle to ensure business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🛡  SLA Compliance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Flags shipments exceeding</a:t>
            </a:r>
            <a:br/>
            <a:r>
              <a:t>critical SLA hours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💰  Cost Cap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Prevents reroutes exceeding</a:t>
            </a:r>
            <a:br/>
            <a:r>
              <a:t>max allowed cost increase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10312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🔕  Notification Frequency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Limits notifications per order</a:t>
            </a:r>
            <a:br/>
            <a:r>
              <a:t>to avoid spam (max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⚠  Failed Delivery Threshold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Flags shipments exceeding</a:t>
            </a:r>
            <a:br/>
            <a:r>
              <a:t>overdue delivery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0624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🔀  Carrier Diversity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Prevents switching to same</a:t>
            </a:r>
            <a:br/>
            <a:r>
              <a:t>monopoly carriers (&gt;70% vol)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0624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📍  Address Validation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Validates address format,</a:t>
            </a:r>
            <a:br/>
            <a:r>
              <a:t>ZIP code, and street indicators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Calibri"/>
              </a:defRPr>
            </a:pPr>
            <a:r>
              <a:t>⚡ All guardrails run asynchronously during each Celery Beat monitor cycle (every 15 minutes)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Frontend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🏠 Landing Page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3D Warehouse Scene (Three.js)</a:t>
            </a:r>
            <a:br/>
            <a:r>
              <a:t>Hero animations</a:t>
            </a:r>
            <a:br/>
            <a:r>
              <a:t>Smooth scrolling (Lenis)</a:t>
            </a:r>
            <a:br/>
            <a:r>
              <a:t>Parallax, Tilt cards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📊 Dashboard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Real-time order tracking</a:t>
            </a:r>
            <a:br/>
            <a:r>
              <a:t>Inventory zones panel</a:t>
            </a:r>
            <a:br/>
            <a:r>
              <a:t>Analytics &amp; metrics</a:t>
            </a:r>
            <a:br/>
            <a:r>
              <a:t>Agent activity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🤖 AI Assistant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Chat (GPT-4o-mini)</a:t>
            </a:r>
            <a:br/>
            <a:r>
              <a:t>Streaming responses</a:t>
            </a:r>
            <a:br/>
            <a:r>
              <a:t>Smart suggestions</a:t>
            </a:r>
            <a:br/>
            <a:r>
              <a:t>Context-aware replies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55448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🎨 UI/UX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Radix UI components</a:t>
            </a:r>
            <a:br/>
            <a:r>
              <a:t>Tailwind CSS v4</a:t>
            </a:r>
            <a:br/>
            <a:r>
              <a:t>Framer Motion</a:t>
            </a:r>
            <a:br/>
            <a:r>
              <a:t>GSAP timelines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🔐 Auth &amp; Forms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NextAuth.js</a:t>
            </a:r>
            <a:br/>
            <a:r>
              <a:t>OAuth (Google + FB)</a:t>
            </a:r>
            <a:br/>
            <a:r>
              <a:t>React Hook Form + Zod</a:t>
            </a:r>
            <a:br/>
            <a:r>
              <a:t>JWT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11480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✨ Visual Effects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Noise overlay • Cursor</a:t>
            </a:r>
            <a:br/>
            <a:r>
              <a:t>Magnetic buttons</a:t>
            </a:r>
            <a:br/>
            <a:r>
              <a:t>Rotating borders</a:t>
            </a:r>
            <a:br/>
            <a:r>
              <a:t>Text reveals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📄 Pages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/dashboard • /orders</a:t>
            </a:r>
            <a:br/>
            <a:r>
              <a:t>/agents • /analytics</a:t>
            </a:r>
            <a:br/>
            <a:r>
              <a:t>/workflows • /monitoring</a:t>
            </a:r>
            <a:br/>
            <a:r>
              <a:t>/team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114800"/>
            <a:ext cx="2651760" cy="219456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🧪 Testing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Vitest • RTL</a:t>
            </a:r>
            <a:br/>
            <a:r>
              <a:t>Jest DOM matchers</a:t>
            </a:r>
            <a:br/>
            <a:r>
              <a:t>User event simulation</a:t>
            </a:r>
            <a:br/>
            <a:r>
              <a:t>jsdom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Python 3.12, TypeScript 5, Node.js 20+, pnpm 9+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FastAPI, Uvicorn, Pydantic, SQLAlchemy 2.0 (async)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01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Next.js 16 (App Router), React 19, Tailwind CSS 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Database &amp;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01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PostgreSQL 16, SQLite (dev), Redis 7, Qdrant Vector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9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AI /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494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OpenAI GPT-4o, OpenAI Agents SDK, text-embedding-3-small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9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Task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94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Celery, Celery Beat, Redis (broker + backend)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596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NextAuth.js, JWT (python-jose), OAuth2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UI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96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Radix UI, lucide-react, class-variance-authority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44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Animations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Framer Motion 12, GSAP 3, Three.js, Lenis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44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Forms &amp;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Hook Form, Zod v4, @hookform/resolvers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2918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Twilio (SMS), SendGrid (Email)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External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918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OpenAI, EasyPost (Shipping), SmartyStreets (Address)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6393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Docker, docker-compose, Git, ESLint, Ruff, mypy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▸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393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pytest-asyncio, Vitest, React Testing 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Database &amp;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Relational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0D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📋 Orders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Order ID, Customer, Items</a:t>
            </a:r>
            <a:br/>
            <a:r>
              <a:t>Status, Total, Timeline</a:t>
            </a:r>
            <a:br/>
            <a:r>
              <a:t>Agent Assignments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0D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📦 Shipments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Shipment ID, Carrier</a:t>
            </a:r>
            <a:br/>
            <a:r>
              <a:t>Tracking, Status</a:t>
            </a:r>
            <a:br/>
            <a:r>
              <a:t>Delays, Reroutes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0D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🏭 Fulfillment Centers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Location, Capacity</a:t>
            </a:r>
            <a:br/>
            <a:r>
              <a:t>Active Hours</a:t>
            </a:r>
            <a:br/>
            <a:r>
              <a:t>Carrier Partners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920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0D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💰 Carrier Rates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Rate Tables</a:t>
            </a:r>
            <a:br/>
            <a:r>
              <a:t>Service Levels</a:t>
            </a:r>
            <a:br/>
            <a:r>
              <a:t>Cost per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Vector Database (Qdrant) — 1536-dimension embeddings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1E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🚚 shipment_events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Vector embeddings of</a:t>
            </a:r>
            <a:br/>
            <a:r>
              <a:t>shipment tracking events</a:t>
            </a:r>
            <a:br/>
            <a:r>
              <a:t>for similarity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206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1E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📦 product_catalog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Product descriptions &amp;</a:t>
            </a:r>
            <a:br/>
            <a:r>
              <a:t>features as vectors</a:t>
            </a:r>
            <a:br/>
            <a:r>
              <a:t>for semantic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1E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👤 customer_order_history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Customer patterns &amp;</a:t>
            </a:r>
            <a:br/>
            <a:r>
              <a:t>preferences for</a:t>
            </a:r>
            <a:br/>
            <a:r>
              <a:t>personalized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20624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1E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91440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🧠 agent_decisions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Agent reasoning traces</a:t>
            </a:r>
            <a:br/>
            <a:r>
              <a:t>for audit &amp; continuous</a:t>
            </a:r>
            <a:br/>
            <a:r>
              <a:t>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669"/>
                </a:solidFill>
                <a:latin typeface="Calibri"/>
              </a:defRPr>
            </a:pPr>
            <a:r>
              <a:t>⚡ Mock fallback available — Qdrant not required for local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Order Fulfillment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5544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Order Placed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Customer places order</a:t>
            </a:r>
            <a:br/>
            <a:r>
              <a:t>via frontend UI</a:t>
            </a:r>
          </a:p>
        </p:txBody>
      </p:sp>
      <p:sp>
        <p:nvSpPr>
          <p:cNvPr id="8" name="Oval 7"/>
          <p:cNvSpPr/>
          <p:nvPr/>
        </p:nvSpPr>
        <p:spPr>
          <a:xfrm>
            <a:off x="5669280" y="15544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Routing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Selects best fulfillment</a:t>
            </a:r>
            <a:br/>
            <a:r>
              <a:t>center &amp; carrier rate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0" y="15544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Order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Order assigned to FC</a:t>
            </a:r>
            <a:br/>
            <a:r>
              <a:t>Inventory reserved</a:t>
            </a:r>
          </a:p>
        </p:txBody>
      </p:sp>
      <p:sp>
        <p:nvSpPr>
          <p:cNvPr id="14" name="Oval 13"/>
          <p:cNvSpPr/>
          <p:nvPr/>
        </p:nvSpPr>
        <p:spPr>
          <a:xfrm>
            <a:off x="1828800" y="3291839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Fulfillment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Items picked &amp; packed</a:t>
            </a:r>
            <a:br/>
            <a:r>
              <a:t>Shipping label generated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329183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In Transit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97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tracking</a:t>
            </a:r>
            <a:br/>
            <a:r>
              <a:t>Monitor agent active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0" y="3291839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Delay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97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Delay predicted via</a:t>
            </a:r>
            <a:br/>
            <a:r>
              <a:t>vector similarity search</a:t>
            </a:r>
          </a:p>
        </p:txBody>
      </p:sp>
      <p:sp>
        <p:nvSpPr>
          <p:cNvPr id="23" name="Oval 22"/>
          <p:cNvSpPr/>
          <p:nvPr/>
        </p:nvSpPr>
        <p:spPr>
          <a:xfrm>
            <a:off x="1828800" y="50292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Alternative carrier</a:t>
            </a:r>
            <a:br/>
            <a:r>
              <a:t>selected &amp; executed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0" y="502920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SMS/Email alerts sent</a:t>
            </a:r>
            <a:br/>
            <a:r>
              <a:t>via Twilio &amp; SendGrid</a:t>
            </a:r>
          </a:p>
        </p:txBody>
      </p:sp>
      <p:sp>
        <p:nvSpPr>
          <p:cNvPr id="29" name="Oval 28"/>
          <p:cNvSpPr/>
          <p:nvPr/>
        </p:nvSpPr>
        <p:spPr>
          <a:xfrm>
            <a:off x="9509760" y="502920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Order delivered</a:t>
            </a:r>
            <a:br/>
            <a:r>
              <a:t>Customer notified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✦ 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1F5F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00400"/>
            <a:ext cx="20116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Warehouse OS — Multi-Agent Order Fulfillment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389120"/>
            <a:ext cx="3931920" cy="457200"/>
          </a:xfrm>
          <a:prstGeom prst="roundRect">
            <a:avLst>
              <a:gd name="adj" fmla="val 1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📂  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75669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